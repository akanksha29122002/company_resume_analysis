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0000000" cy="5625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/Relationships>
</file>

<file path=ppt/slides/_rels/slide1.xml.rels>
</file>

<file path=ppt/slides/_rels/slide2.xml.rels>
</file>

<file path=ppt/slides/_rels/slide3.xml.rels>
</file>

<file path=ppt/slides/_rels/slide4.xml.rels>
</file>

<file path=ppt/slides/_rels/slide5.xml.rels>
</file>

<file path=ppt/slides/_rels/slide6.xml.rels>
</file>

<file path=ppt/slides/_rels/slide7.xml.rels>
</file>

<file path=ppt/slides/_rels/slide8.xml.rels>
</file>

<file path=ppt/slides/_rels/slide9.xml.rels>
</file>

<file path=ppt/slides/_rels/slide10.xml.rels>
</file>

<file path=ppt/slides/_rels/slide11.xml.rels>
</file>

<file path=ppt/slides/_rels/slide12.xml.rels>
</file>

<file path=ppt/slides/_rels/slide13.xml.rels>
</file>

<file path=ppt/slides/_rels/slide14.xml.rel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AI Resume Analyzer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Company Knowledge Bank using Streamlit, Apps Script, and Pinecone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Final Year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Introduction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Resume screening is an important recruitment step.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Companies need a searchable active resume pool.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Company history and growth should influence hiring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Problem Statement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Manual company resume review is slow.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Recruiters need the best resume whenever a new role arrives.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Matching should consider establishment, growth, projects, and current direction.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Objectives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Upload and analyze resume PDFs.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Receive resumes automatically from Google Forms.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Maintain candidates as active for 6 months.</a:t>
            </a:r>
          </a:p>
        </p:txBody>
      </p:sp>
      <p:sp>
        <p:nvSpPr>
          <p:cNvPr id="3480000" name="Bullet"/>
          <p:cNvSpPr/>
          <p:nvPr/>
        </p:nvSpPr>
        <p:spPr>
          <a:xfrm>
            <a:off x="850000" y="3480000"/>
            <a:ext cx="7600000" cy="420000"/>
          </a:xfrm>
        </p:spPr>
        <p:txBody>
          <a:bodyPr/>
          <a:lstStyle/>
          <a:p>
            <a:r>
              <a:rPr lang="en-US" sz="2600"/>
              <a:t>Store company growth details in Pinecone.</a:t>
            </a:r>
          </a:p>
        </p:txBody>
      </p:sp>
      <p:sp>
        <p:nvSpPr>
          <p:cNvPr id="4040000" name="Bullet"/>
          <p:cNvSpPr/>
          <p:nvPr/>
        </p:nvSpPr>
        <p:spPr>
          <a:xfrm>
            <a:off x="850000" y="4040000"/>
            <a:ext cx="7600000" cy="420000"/>
          </a:xfrm>
        </p:spPr>
        <p:txBody>
          <a:bodyPr/>
          <a:lstStyle/>
          <a:p>
            <a:r>
              <a:rPr lang="en-US" sz="2600"/>
              <a:t>Rank candidates for each company role.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System Architecture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Google Form sends resume data through Apps Script.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FastAPI intake stores candidate records.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Pinecone stores resume vectors.</a:t>
            </a:r>
          </a:p>
        </p:txBody>
      </p:sp>
      <p:sp>
        <p:nvSpPr>
          <p:cNvPr id="3480000" name="Bullet"/>
          <p:cNvSpPr/>
          <p:nvPr/>
        </p:nvSpPr>
        <p:spPr>
          <a:xfrm>
            <a:off x="850000" y="3480000"/>
            <a:ext cx="7600000" cy="420000"/>
          </a:xfrm>
        </p:spPr>
        <p:txBody>
          <a:bodyPr/>
          <a:lstStyle/>
          <a:p>
            <a:r>
              <a:rPr lang="en-US" sz="2600"/>
              <a:t>Pinecone also stores company knowledge vectors.</a:t>
            </a:r>
          </a:p>
        </p:txBody>
      </p:sp>
      <p:sp>
        <p:nvSpPr>
          <p:cNvPr id="4040000" name="Bullet"/>
          <p:cNvSpPr/>
          <p:nvPr/>
        </p:nvSpPr>
        <p:spPr>
          <a:xfrm>
            <a:off x="850000" y="4040000"/>
            <a:ext cx="7600000" cy="420000"/>
          </a:xfrm>
        </p:spPr>
        <p:txBody>
          <a:bodyPr/>
          <a:lstStyle/>
          <a:p>
            <a:r>
              <a:rPr lang="en-US" sz="2600"/>
              <a:t>Streamlit dashboard ranks active candidates.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Main Modules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PDF text extraction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Skill and section detection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Candidate database</a:t>
            </a:r>
          </a:p>
        </p:txBody>
      </p:sp>
      <p:sp>
        <p:nvSpPr>
          <p:cNvPr id="3480000" name="Bullet"/>
          <p:cNvSpPr/>
          <p:nvPr/>
        </p:nvSpPr>
        <p:spPr>
          <a:xfrm>
            <a:off x="850000" y="3480000"/>
            <a:ext cx="7600000" cy="420000"/>
          </a:xfrm>
        </p:spPr>
        <p:txBody>
          <a:bodyPr/>
          <a:lstStyle/>
          <a:p>
            <a:r>
              <a:rPr lang="en-US" sz="2600"/>
              <a:t>Company growth knowledge base</a:t>
            </a:r>
          </a:p>
        </p:txBody>
      </p:sp>
      <p:sp>
        <p:nvSpPr>
          <p:cNvPr id="4040000" name="Bullet"/>
          <p:cNvSpPr/>
          <p:nvPr/>
        </p:nvSpPr>
        <p:spPr>
          <a:xfrm>
            <a:off x="850000" y="4040000"/>
            <a:ext cx="7600000" cy="420000"/>
          </a:xfrm>
        </p:spPr>
        <p:txBody>
          <a:bodyPr/>
          <a:lstStyle/>
          <a:p>
            <a:r>
              <a:rPr lang="en-US" sz="2600"/>
              <a:t>Apps Script intake</a:t>
            </a:r>
          </a:p>
        </p:txBody>
      </p:sp>
      <p:sp>
        <p:nvSpPr>
          <p:cNvPr id="4600000" name="Bullet"/>
          <p:cNvSpPr/>
          <p:nvPr/>
        </p:nvSpPr>
        <p:spPr>
          <a:xfrm>
            <a:off x="850000" y="4600000"/>
            <a:ext cx="7600000" cy="420000"/>
          </a:xfrm>
        </p:spPr>
        <p:txBody>
          <a:bodyPr/>
          <a:lstStyle/>
          <a:p>
            <a:r>
              <a:rPr lang="en-US" sz="2600"/>
              <a:t>Pinecone vector 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Pinecone Design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candidate_resume records store resume vectors and metadata.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company_knowledge records store establishment and growth data.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Role matching uses candidate data and retrieved company documents.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RAG Flow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Store company documents and resumes as vectors in Pinecone.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Retrieve relevant company context for a new requirement.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Augment the requirement with retrieved context.</a:t>
            </a:r>
          </a:p>
        </p:txBody>
      </p:sp>
      <p:sp>
        <p:nvSpPr>
          <p:cNvPr id="3480000" name="Bullet"/>
          <p:cNvSpPr/>
          <p:nvPr/>
        </p:nvSpPr>
        <p:spPr>
          <a:xfrm>
            <a:off x="850000" y="3480000"/>
            <a:ext cx="7600000" cy="420000"/>
          </a:xfrm>
        </p:spPr>
        <p:txBody>
          <a:bodyPr/>
          <a:lstStyle/>
          <a:p>
            <a:r>
              <a:rPr lang="en-US" sz="2600"/>
              <a:t>Retrieve and rank active candidate resumes.</a:t>
            </a:r>
          </a:p>
        </p:txBody>
      </p:sp>
      <p:sp>
        <p:nvSpPr>
          <p:cNvPr id="4040000" name="Bullet"/>
          <p:cNvSpPr/>
          <p:nvPr/>
        </p:nvSpPr>
        <p:spPr>
          <a:xfrm>
            <a:off x="850000" y="4040000"/>
            <a:ext cx="7600000" cy="420000"/>
          </a:xfrm>
        </p:spPr>
        <p:txBody>
          <a:bodyPr/>
          <a:lstStyle/>
          <a:p>
            <a:r>
              <a:rPr lang="en-US" sz="2600"/>
              <a:t>Generate an explainable recommendation.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Apps Script Automation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Candidate form sends resumes to the API.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Company form sends requirements to the API.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Google Sheets menu calls /rag-match.</a:t>
            </a:r>
          </a:p>
        </p:txBody>
      </p:sp>
      <p:sp>
        <p:nvSpPr>
          <p:cNvPr id="3480000" name="Bullet"/>
          <p:cNvSpPr/>
          <p:nvPr/>
        </p:nvSpPr>
        <p:spPr>
          <a:xfrm>
            <a:off x="850000" y="3480000"/>
            <a:ext cx="7600000" cy="420000"/>
          </a:xfrm>
        </p:spPr>
        <p:txBody>
          <a:bodyPr/>
          <a:lstStyle/>
          <a:p>
            <a:r>
              <a:rPr lang="en-US" sz="2600"/>
              <a:t>Sheet receives candidate, potential, score, and recommendation.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Scoring Logic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Skill match: 30 percent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Semantic similarity: 25 percent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Section completeness: 20 percent</a:t>
            </a:r>
          </a:p>
        </p:txBody>
      </p:sp>
      <p:sp>
        <p:nvSpPr>
          <p:cNvPr id="3480000" name="Bullet"/>
          <p:cNvSpPr/>
          <p:nvPr/>
        </p:nvSpPr>
        <p:spPr>
          <a:xfrm>
            <a:off x="850000" y="3480000"/>
            <a:ext cx="7600000" cy="420000"/>
          </a:xfrm>
        </p:spPr>
        <p:txBody>
          <a:bodyPr/>
          <a:lstStyle/>
          <a:p>
            <a:r>
              <a:rPr lang="en-US" sz="2600"/>
              <a:t>Keyword overlap: 15 percent</a:t>
            </a:r>
          </a:p>
        </p:txBody>
      </p:sp>
      <p:sp>
        <p:nvSpPr>
          <p:cNvPr id="4040000" name="Bullet"/>
          <p:cNvSpPr/>
          <p:nvPr/>
        </p:nvSpPr>
        <p:spPr>
          <a:xfrm>
            <a:off x="850000" y="4040000"/>
            <a:ext cx="7600000" cy="420000"/>
          </a:xfrm>
        </p:spPr>
        <p:txBody>
          <a:bodyPr/>
          <a:lstStyle/>
          <a:p>
            <a:r>
              <a:rPr lang="en-US" sz="2600"/>
              <a:t>Contact and length quality: 10 percent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User Interface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Single resume analyzer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Company candidate intake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Company growth timeline</a:t>
            </a:r>
          </a:p>
        </p:txBody>
      </p:sp>
      <p:sp>
        <p:nvSpPr>
          <p:cNvPr id="3480000" name="Bullet"/>
          <p:cNvSpPr/>
          <p:nvPr/>
        </p:nvSpPr>
        <p:spPr>
          <a:xfrm>
            <a:off x="850000" y="3480000"/>
            <a:ext cx="7600000" cy="420000"/>
          </a:xfrm>
        </p:spPr>
        <p:txBody>
          <a:bodyPr/>
          <a:lstStyle/>
          <a:p>
            <a:r>
              <a:rPr lang="en-US" sz="2600"/>
              <a:t>Active candidate database</a:t>
            </a:r>
          </a:p>
        </p:txBody>
      </p:sp>
      <p:sp>
        <p:nvSpPr>
          <p:cNvPr id="4040000" name="Bullet"/>
          <p:cNvSpPr/>
          <p:nvPr/>
        </p:nvSpPr>
        <p:spPr>
          <a:xfrm>
            <a:off x="850000" y="4040000"/>
            <a:ext cx="7600000" cy="420000"/>
          </a:xfrm>
        </p:spPr>
        <p:txBody>
          <a:bodyPr/>
          <a:lstStyle/>
          <a:p>
            <a:r>
              <a:rPr lang="en-US" sz="2600"/>
              <a:t>Role matching dashboard</a:t>
            </a:r>
          </a:p>
        </p:txBody>
      </p:sp>
      <p:sp>
        <p:nvSpPr>
          <p:cNvPr id="4600000" name="Bullet"/>
          <p:cNvSpPr/>
          <p:nvPr/>
        </p:nvSpPr>
        <p:spPr>
          <a:xfrm>
            <a:off x="850000" y="4600000"/>
            <a:ext cx="7600000" cy="420000"/>
          </a:xfrm>
        </p:spPr>
        <p:txBody>
          <a:bodyPr/>
          <a:lstStyle/>
          <a:p>
            <a:r>
              <a:rPr lang="en-US" sz="2600"/>
              <a:t>CSV shortlist export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Results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ATS score out of 100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Strengths and weaknesses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Missing job skills</a:t>
            </a:r>
          </a:p>
        </p:txBody>
      </p:sp>
      <p:sp>
        <p:nvSpPr>
          <p:cNvPr id="3480000" name="Bullet"/>
          <p:cNvSpPr/>
          <p:nvPr/>
        </p:nvSpPr>
        <p:spPr>
          <a:xfrm>
            <a:off x="850000" y="3480000"/>
            <a:ext cx="7600000" cy="420000"/>
          </a:xfrm>
        </p:spPr>
        <p:txBody>
          <a:bodyPr/>
          <a:lstStyle/>
          <a:p>
            <a:r>
              <a:rPr lang="en-US" sz="2600"/>
              <a:t>Candidate expiry date</a:t>
            </a:r>
          </a:p>
        </p:txBody>
      </p:sp>
      <p:sp>
        <p:nvSpPr>
          <p:cNvPr id="4040000" name="Bullet"/>
          <p:cNvSpPr/>
          <p:nvPr/>
        </p:nvSpPr>
        <p:spPr>
          <a:xfrm>
            <a:off x="850000" y="4040000"/>
            <a:ext cx="7600000" cy="420000"/>
          </a:xfrm>
        </p:spPr>
        <p:txBody>
          <a:bodyPr/>
          <a:lstStyle/>
          <a:p>
            <a:r>
              <a:rPr lang="en-US" sz="2600"/>
              <a:t>Company requirement context</a:t>
            </a:r>
          </a:p>
        </p:txBody>
      </p:sp>
      <p:sp>
        <p:nvSpPr>
          <p:cNvPr id="4600000" name="Bullet"/>
          <p:cNvSpPr/>
          <p:nvPr/>
        </p:nvSpPr>
        <p:spPr>
          <a:xfrm>
            <a:off x="850000" y="4600000"/>
            <a:ext cx="7600000" cy="420000"/>
          </a:xfrm>
        </p:spPr>
        <p:txBody>
          <a:bodyPr/>
          <a:lstStyle/>
          <a:p>
            <a:r>
              <a:rPr lang="en-US" sz="2600"/>
              <a:t>Best-fit role shortlist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Deployment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Dashboard deploys on Streamlit Cloud.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Webhook API deploys on Render.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Apps Script connects Google Form to API.</a:t>
            </a:r>
          </a:p>
        </p:txBody>
      </p:sp>
      <p:sp>
        <p:nvSpPr>
          <p:cNvPr id="3480000" name="Bullet"/>
          <p:cNvSpPr/>
          <p:nvPr/>
        </p:nvSpPr>
        <p:spPr>
          <a:xfrm>
            <a:off x="850000" y="3480000"/>
            <a:ext cx="7600000" cy="420000"/>
          </a:xfrm>
        </p:spPr>
        <p:txBody>
          <a:bodyPr/>
          <a:lstStyle/>
          <a:p>
            <a:r>
              <a:rPr lang="en-US" sz="2600"/>
              <a:t>Pinecone is optional with local fallback.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520000"/>
            <a:ext cx="8200000" cy="850000"/>
          </a:xfrm>
        </p:spPr>
        <p:txBody>
          <a:bodyPr/>
          <a:lstStyle/>
          <a:p>
            <a:r>
              <a:rPr lang="en-US" sz="4200" b="1">
                <a:solidFill>
                  <a:srgbClr val="0F172A"/>
                </a:solidFill>
              </a:rPr>
              <a:t>Conclusion</a:t>
            </a:r>
          </a:p>
        </p:txBody>
      </p:sp>
      <p:sp>
        <p:nvSpPr>
          <p:cNvPr id="1800000" name="Bullet"/>
          <p:cNvSpPr/>
          <p:nvPr/>
        </p:nvSpPr>
        <p:spPr>
          <a:xfrm>
            <a:off x="850000" y="1800000"/>
            <a:ext cx="7600000" cy="420000"/>
          </a:xfrm>
        </p:spPr>
        <p:txBody>
          <a:bodyPr/>
          <a:lstStyle/>
          <a:p>
            <a:r>
              <a:rPr lang="en-US" sz="2600"/>
              <a:t>The project helps students and companies.</a:t>
            </a:r>
          </a:p>
        </p:txBody>
      </p:sp>
      <p:sp>
        <p:nvSpPr>
          <p:cNvPr id="2360000" name="Bullet"/>
          <p:cNvSpPr/>
          <p:nvPr/>
        </p:nvSpPr>
        <p:spPr>
          <a:xfrm>
            <a:off x="850000" y="2360000"/>
            <a:ext cx="7600000" cy="420000"/>
          </a:xfrm>
        </p:spPr>
        <p:txBody>
          <a:bodyPr/>
          <a:lstStyle/>
          <a:p>
            <a:r>
              <a:rPr lang="en-US" sz="2600"/>
              <a:t>It automates intake, scoring, and retrieval.</a:t>
            </a:r>
          </a:p>
        </p:txBody>
      </p:sp>
      <p:sp>
        <p:nvSpPr>
          <p:cNvPr id="2920000" name="Bullet"/>
          <p:cNvSpPr/>
          <p:nvPr/>
        </p:nvSpPr>
        <p:spPr>
          <a:xfrm>
            <a:off x="850000" y="2920000"/>
            <a:ext cx="7600000" cy="420000"/>
          </a:xfrm>
        </p:spPr>
        <p:txBody>
          <a:bodyPr/>
          <a:lstStyle/>
          <a:p>
            <a:r>
              <a:rPr lang="en-US" sz="2600"/>
              <a:t>It uses company growth history for better hiring decisions.</a:t>
            </a:r>
          </a:p>
        </p:txBody>
      </p:sp>
      <p:sp>
        <p:nvSpPr>
          <p:cNvPr id="3480000" name="Bullet"/>
          <p:cNvSpPr/>
          <p:nvPr/>
        </p:nvSpPr>
        <p:spPr>
          <a:xfrm>
            <a:off x="850000" y="3480000"/>
            <a:ext cx="7600000" cy="420000"/>
          </a:xfrm>
        </p:spPr>
        <p:txBody>
          <a:bodyPr/>
          <a:lstStyle/>
          <a:p>
            <a:r>
              <a:rPr lang="en-US" sz="2600"/>
              <a:t>It is deployable and presentation-ready.</a:t>
            </a:r>
          </a:p>
        </p:txBody>
      </p:sp>
    </p:spTree>
  </p:cSld>
  <p:clrMapOvr>
    <a:masterClrMapping/>
  </p:clrMapOvr>
</p:sld>
</file>